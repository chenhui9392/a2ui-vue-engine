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驱动下的前端开发实践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从业务痛点到 AI 驱动的 UI 基础设施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286000" cy="36576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</a:t>
            </a:r>
            <a:pPr algn="l" indent="0" marL="0">
              <a:buNone/>
            </a:pPr>
            <a:r>
              <a:rPr lang="en-US" sz="16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陈辉    2026.06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分享内容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背景与痛点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514600"/>
            <a:ext cx="8686800" cy="9144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的引入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45920" y="3749040"/>
            <a:ext cx="8686800" cy="9144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项目落地应用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645920" y="4983480"/>
            <a:ext cx="8686800" cy="9144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5166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实现原理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渲染机制 · 能力封装与开源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背景与痛点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国内营销 APP 开发挑战 · 传统方案的技术瓶颈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国内营销 APP 开发挑战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并行业务线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多条业务线同时推进，开发资源严重紧张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03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报表页面需求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8404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运营侧需要快速上线各种报表和活动页面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103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急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50392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交付压力大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3920" y="38404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需求紧急，传统开发模式无法快速响应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核心矛盾：活多、人少、需求急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传统方案的技术瓶颈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珊瑚工作流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16459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模板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16459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72400" y="1645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页面渲染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33832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26080"/>
            <a:ext cx="3383280" cy="54864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00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交互被动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渲染对多轮复杂交互支撑弱，状态微调需要重新拉取或整体刷新页面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2926080"/>
            <a:ext cx="33832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926080"/>
            <a:ext cx="3383280" cy="54864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00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适配成本高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40233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iOS、Android、Web 三端对富文本和 HTML 标签兼容性存在差异，调试繁琐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2926080"/>
            <a:ext cx="33832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926080"/>
            <a:ext cx="3383280" cy="54864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3200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安全隐患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03920" y="40233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直接在端上渲染注入的外部 HTML，存在 XSS 注入等安全风险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286000" y="6263640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6263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模板方案已到天花板，需要更灵活、更安全、更智能的 UI 渲染方式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的引入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从痛点到方案 · A2UI 协议解读 · 核心价值定位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 A2UI？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= AI to UI — Google 推出的开放协议，AI Agent 到用户界面的标准化桥梁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651760"/>
            <a:ext cx="73152" cy="1645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43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对话即界面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用户通过自然语言与 AI 对话，AI 实时生成可交互的 UI 界面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651760"/>
            <a:ext cx="73152" cy="164592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743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界面即对话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界面上的交互操作直接反馈到 AI 对话流中，形成闭环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发展历程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166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2025.12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532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v0.8 首次公开发布，Apache 2.0 开源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52578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5166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5532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 新增 React/Flutter/Angular 渲染器 + Python Agent SDK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52578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5166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生产落地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0" y="5532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Opal 等生产系统已落地应用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的核心价值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大模型赋予了机器理解与生成的能力，但缺乏与用户交互的界面载体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正是连接大模型与用户的桥梁 — 让 AI 的输出不再局限于文本，而是直接成为可交互的界面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规范化输出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大模型按统一 Schema 生成 UI，确保一致性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301752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C7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即时渲染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到界面毫秒级转化，零延迟响应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301752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5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0392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业务适配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组件可扩展，灵活适配不同业务场景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项目落地应用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国内营销 APP · 运维小搭档桌面端 · 使用进阶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国内营销 APP — 初次探索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4389120"/>
          </a:xfrm>
          <a:prstGeom prst="roundRect">
            <a:avLst>
              <a:gd name="adj" fmla="val 3125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国内营销业务线多、并行任务多，开发资源相对紧张，运营侧又需要快速上线各种报表和活动页面。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3474720"/>
            <a:ext cx="137160" cy="13716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并行业务线多，开发资源紧张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4206240"/>
            <a:ext cx="137160" cy="13716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4069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报表页面需求急，快速交付压力大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4937760"/>
            <a:ext cx="137160" cy="13716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4800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模板方案交互被动、适配成本高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解决方案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依托珊瑚工作流生成 HTML 模板，再在端上渲染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33832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珊瑚工作流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33832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33832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模板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0" y="33832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0" y="33832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页面渲染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2976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该方案能用，但存在交互被动、适配成本高、安全隐患三个瓶颈，促使我们寻找更好的方案。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运维小搭档桌面端 — 新挑战与新选型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运维痛点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03120"/>
            <a:ext cx="54864" cy="8686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重复性事务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大量工单、权限申请等重复操作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154680"/>
            <a:ext cx="54864" cy="8686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经验依赖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问题排查依赖个人经验，知识难沉淀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206240"/>
            <a:ext cx="54864" cy="8686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信息孤岛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各系统割裂，缺乏统一入口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2578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257800"/>
            <a:ext cx="54864" cy="8686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难触达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能力无法以交互式界面触达用户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技术选型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210312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2103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Vue 3 + Vite 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288036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组件库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3920" y="2880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Element Plus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365760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657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3657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Electron 41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443484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434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动态渲染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0" y="4434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Vue Engine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17920" y="5303520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5394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关键选型：A2UI Vue Engine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92240" y="5852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 + 零代码扩展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后端或 AI 输出 JSON，前端实时渲染可交互界面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使用进阶 — 从简单到复杂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4389120"/>
          </a:xfrm>
          <a:prstGeom prst="roundRect">
            <a:avLst>
              <a:gd name="adj" fmla="val 3125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输入一段话自动生成表单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用户说"我要申请网络权限"，AI 就能直接生成对应的表单界面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41148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4114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41148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理解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4114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41148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生成表单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828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提示词工程驱动复杂业务流程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30175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以网络权限申请为例：将所有参数规则写进提示词，大模型按规则收集信息，通过 A2UI 生成完整申请表单，用户填完直接提交到 OA 系统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43891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389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提示词规则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4389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43891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4389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收集参数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32520" y="4389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43891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30" name="Text 28"/>
          <p:cNvSpPr/>
          <p:nvPr/>
        </p:nvSpPr>
        <p:spPr>
          <a:xfrm>
            <a:off x="8869680" y="4389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生成表单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921240" y="4389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0" y="43891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0" y="4389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 OA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实现原理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核心架构 · 渲染机制 · 能力封装与开源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a2ui-vue-engine 核心架构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驱动渲染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声明式描述 UI，引擎解析渲染为 Vue 组件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直接生成 JSON 即可产出界面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182880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34C759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双格式 + 流式协议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扁平格式（AI 友好）与树形格式（渲染友好）自动转换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流式增量渲染，支持逐节点输出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2976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声明式数据绑定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literal / expression 三种绑定类型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transform 变换链，表单数据自动提取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11480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2976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组件映射 + 可扩展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75120" y="4937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个内置组件 + 组件映射表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registerComponent 动态注册自定义组件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 Schema 驱动的 UI 渲染机制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珊瑚系统输出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703320" y="1691640"/>
            <a:ext cx="457200" cy="4572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A2UIRoot 解析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为树形结构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Renderer 映射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VNodes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235440" y="155448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37260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6696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用户交互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0976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事件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356616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0D1B3E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A2UI 表单 Schema 定义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1148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"props": { "title": "运维工单" },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"问题描述",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"field": "desc" } },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"提交",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"action": "submit" } 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3566160"/>
            <a:ext cx="4846320" cy="2926080"/>
          </a:xfrm>
          <a:prstGeom prst="roundRect">
            <a:avLst>
              <a:gd name="adj" fmla="val 3750"/>
            </a:avLst>
          </a:prstGeom>
          <a:solidFill>
            <a:srgbClr val="F5F7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657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→ UI 对应关系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"Card"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832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卡片容器组件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4645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"TextField"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46451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18320" y="46451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文本输入框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50840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"Button"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0" y="50840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418320" y="5084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操作按钮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55229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"props.field"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0" y="55229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418320" y="55229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数据绑定字段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5961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"props.action"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0" y="59618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418320" y="5961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点击事件处理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能力封装 — 让团队零门槛使用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核心规范与使用指南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31089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 JSON 格式：Nested 与 Flat（推荐）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35661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四大组件类：Layout / Form / Display / 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88720" y="40233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数据绑定规则：value.path + value.default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44805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布局模式：Card+Column 表单、Row+Column 网格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8720" y="49377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交互配置：按钮 Action 事件定义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53949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5257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条最佳实践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5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18288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reference.md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组件 API 参考手册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2240" y="31089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108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A2Card  A2Row  A2Column  A2List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38404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34C759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840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A2TextField  A2Input  A2Select  A2SelectField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A2DatePicker  A2DateTimeInput  A2ChoicePicker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45720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8B84B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572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0" y="4572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A2Text  A2Icon  A2InfoField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53035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5303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A2Button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548640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486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个组件 · 4 大分类 · Props 表格 + JSON 示例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npm 组件库开源发布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645920"/>
            <a:ext cx="7589520" cy="731520"/>
          </a:xfrm>
          <a:prstGeom prst="roundRect">
            <a:avLst>
              <a:gd name="adj" fmla="val 12500"/>
            </a:avLst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6459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a2ui-vue-engine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92608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开箱即用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即可引入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无需重复开发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29260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926080"/>
            <a:ext cx="2560320" cy="54864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版本管控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语义化版本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升级可控可追溯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9260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926080"/>
            <a:ext cx="2560320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跨项目复用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一次开发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多系统复用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35440" y="29260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292608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生态开放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开源可扩展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社区共建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背景与痛点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方案瓶颈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引入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开放协议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与 UI 的桥梁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项目落地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运维小搭档桌面端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35440" y="15544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554480"/>
            <a:ext cx="2560320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实现原理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1832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核心架构与渲染机制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能力封装与开源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438912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438912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我们不是在做一个项目，而是在沉淀一种能力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不只能说话，还能“画出”界面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让大模型的能力真正触达每一个业务场景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0" y="3474720"/>
            <a:ext cx="2103120" cy="36576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添可 AIT 中心 · 国内营销智能部 · 陈辉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添可 AIT中心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A2UI技术分享</dc:subject>
  <dc:creator>陈辉</dc:creator>
  <cp:lastModifiedBy>陈辉</cp:lastModifiedBy>
  <cp:revision>1</cp:revision>
  <dcterms:created xsi:type="dcterms:W3CDTF">2026-06-08T08:45:34Z</dcterms:created>
  <dcterms:modified xsi:type="dcterms:W3CDTF">2026-06-08T08:45:34Z</dcterms:modified>
</cp:coreProperties>
</file>