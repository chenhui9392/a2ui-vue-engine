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5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349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96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71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驱动下的前端开发实践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从业务痛点到 AI 驱动的 UI 基础设施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36576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陈辉    2026.06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51460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的引入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0" y="374904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项目落地应用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45920" y="4983480"/>
            <a:ext cx="8686800" cy="9144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实现原理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国内营销 APP 开发挑战 · 传统方案的技术瓶颈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国内营销 APP 开发挑战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并行业务线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报表页面需求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急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50392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交付压力大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3840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核心矛盾：活多、人少、需求急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传统方案的技术瓶颈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645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26080"/>
            <a:ext cx="338328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交互被动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926080"/>
            <a:ext cx="3383280" cy="54864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适配成本高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2926080"/>
            <a:ext cx="33832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926080"/>
            <a:ext cx="338328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安全隐患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0392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0" y="6263640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6263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的引入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从痛点到方案 · A2UI 协议解读 · 核心价值定位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A2UI？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651760"/>
            <a:ext cx="73152" cy="1645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43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对话即界面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651760"/>
            <a:ext cx="73152" cy="16459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43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界面即对话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发展历程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5257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生产落地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的核心价值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规范化输出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C7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即时渲染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301752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5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0392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业务适配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项目落地应用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国内营销 APP · 运维小搭档桌面端 · 使用进阶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运维小搭档桌面端 — 新挑战与新选型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运维痛点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重复性事务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5468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经验依赖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0624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信息孤岛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2578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257800"/>
            <a:ext cx="54864" cy="8686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难触达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技术选型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210312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3 + Vite 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28803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2880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Element Plus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Electron 41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434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4434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Vue Engine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530352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关键选型：A2UI Vue Engine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92240" y="5852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 + 零代码扩展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后端或 AI 输出 JSON，前端实时渲染可交互界面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使用进阶 — 从简单到复杂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输入一段话自动生成表单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4114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4114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4114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生成表单</a:t>
            </a:r>
            <a:endParaRPr lang="en-US" sz="1100" dirty="0"/>
          </a:p>
        </p:txBody>
      </p:sp>
      <p:pic>
        <p:nvPicPr>
          <p:cNvPr id="34" name="Video_20260526133529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35040" y="1787236"/>
            <a:ext cx="4873316" cy="35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930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使用进阶 — 从简单到复杂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47898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2218" y="1828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1122218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2218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提示词工程驱动复杂业务流程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22218" y="30175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22218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1122218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提示词规则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73778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10938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2310938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收集参数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2498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99658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3499658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生成表单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51218" y="4389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8378" y="43891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33" name="Text 31"/>
          <p:cNvSpPr/>
          <p:nvPr/>
        </p:nvSpPr>
        <p:spPr>
          <a:xfrm>
            <a:off x="4688378" y="4389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OA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117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实现原理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核心架构 · 渲染机制 · 能力封装与开源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a2ui-vue-engine 核心架构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驱动渲染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8288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双格式 + 流式协议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2976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声明式数据绑定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1148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2976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组件映射 + 可扩展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Schema 驱动的 UI 渲染机制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珊瑚系统输出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1691640"/>
            <a:ext cx="457200" cy="4572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A2UIRoot 解析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Renderer 映射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0" y="155448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6696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用户交互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事件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56616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A2UI 表单 Schema 定义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148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"field": "desc" } },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"action": "submit" } 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566160"/>
            <a:ext cx="4846320" cy="2926080"/>
          </a:xfrm>
          <a:prstGeom prst="roundRect">
            <a:avLst>
              <a:gd name="adj" fmla="val 3750"/>
            </a:avLst>
          </a:prstGeom>
          <a:solidFill>
            <a:srgbClr val="F5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657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→ UI 对应关系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645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6451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18320" y="46451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50840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18320" y="5084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5522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55229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418320" y="5522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5961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5961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18320" y="5961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能力封装 — 让团队零门槛使用</a:t>
            </a:r>
            <a:endParaRPr lang="en-US" sz="3000" dirty="0"/>
          </a:p>
        </p:txBody>
      </p:sp>
      <p:pic>
        <p:nvPicPr>
          <p:cNvPr id="39" name="Image 0" descr="D:\work\program\tineco\desk\opsmind\ppt_images\image1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524" y="2152996"/>
            <a:ext cx="2560320" cy="153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192" y="1935203"/>
            <a:ext cx="5486400" cy="288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能力封装 — 让团队零门槛使用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66360" cy="4929446"/>
          </a:xfrm>
          <a:prstGeom prst="roundRect">
            <a:avLst>
              <a:gd name="adj" fmla="val 3000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核心规范与使用指南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JSON 格式：Nested 与 Flat（推荐）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四大组件类：Layout / Form / Display / 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40233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数据绑定规则：value.path + value.default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布局模式：Card+Column 表单、Row+Column 网格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49377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交互配置：按钮 Action 事件定义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5394960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条最佳实践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19"/>
            <a:ext cx="5212080" cy="4929447"/>
          </a:xfrm>
          <a:prstGeom prst="roundRect">
            <a:avLst>
              <a:gd name="adj" fmla="val 3000"/>
            </a:avLst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8288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组件 API 参考手册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A2Card  A2Row  A2Column  A2List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8404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840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A2TextField  A2Input  A2Select  A2SelectField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A2DatePicker  A2DateTimeInput  A2ChoicePicker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45720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8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A2Text  A2Icon  A2InfoField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53035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5303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A2Button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46520" y="594360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5943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45938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npm 组件库开源发布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64592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6459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9260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开箱即用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无需重复开发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926080"/>
            <a:ext cx="2560320" cy="5486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版本管控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升级可控可追溯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926080"/>
            <a:ext cx="2560320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跨项目复用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多系统复用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35440" y="29260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29260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生态开放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社区共建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方案瓶颈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A2UI 引入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与 UI 的桥梁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C7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项目落地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35440" y="15544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554480"/>
            <a:ext cx="2560320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实现原理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能力封装与开源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3891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38912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0" y="3474720"/>
            <a:ext cx="2103120" cy="36576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添可 AIT 中心 · 国内营销智能部 · 陈辉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735</Words>
  <Application>Microsoft Office PowerPoint</Application>
  <PresentationFormat>宽屏</PresentationFormat>
  <Paragraphs>271</Paragraphs>
  <Slides>20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Arial</vt:lpstr>
      <vt:lpstr>Arial Black</vt:lpstr>
      <vt:lpstr>Calibri</vt:lpstr>
      <vt:lpstr>Calibri Light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添可 AIT中心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A2UI技术分享</dc:subject>
  <dc:creator>陈辉</dc:creator>
  <cp:lastModifiedBy>hui.chenn(陈辉)</cp:lastModifiedBy>
  <cp:revision>2</cp:revision>
  <dcterms:created xsi:type="dcterms:W3CDTF">2026-06-08T08:45:34Z</dcterms:created>
  <dcterms:modified xsi:type="dcterms:W3CDTF">2026-06-08T08:53:35Z</dcterms:modified>
</cp:coreProperties>
</file>