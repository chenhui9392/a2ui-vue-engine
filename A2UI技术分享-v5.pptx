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驱动下的前端开发实践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27432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从业务痛点到 AI 驱动的 UI 基础设施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 AIT 中心 · 国内营销智能部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陈辉    2026.06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457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分享内容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22860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097280"/>
            <a:ext cx="3657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· 传统方案的技术瓶颈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084832"/>
            <a:ext cx="3657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8483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2084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的引入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450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从痛点到方案 · A2UI 协议解读 · 核心价值定位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3072384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723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554480" y="3072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项目落地应用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343814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· 运维小搭档桌面端 · 使用进阶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" y="4059936"/>
            <a:ext cx="36576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599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554480" y="40599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从实现到赋能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54480" y="44256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 · 价值场景 · 未来展望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· 传统方案的技术瓶颈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并行业务线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多条业务线同时推进，开发资源严重紧张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269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报表页面需求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运营侧需要快速上线各种报表和活动页面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交付压力大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需求紧急，传统开发模式无法快速响应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3822192"/>
            <a:ext cx="36576" cy="3566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核心矛盾：活多、人少、需求急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传统方案的技术瓶颈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珊瑚工作流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572768"/>
            <a:ext cx="5943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模板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1572768"/>
            <a:ext cx="5943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3504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页面渲染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" y="2194560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交互被动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2606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渲染对多轮复杂交互支撑弱，状态微调需要重新拉取或整体刷新页面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82696" y="2194560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适配成本高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2606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iOS、Android、Web 三端对富文本和 HTML 标签兼容性存在差异，调试繁琐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2194560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安全隐患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63640" y="2606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直接在端上渲染注入的外部 HTML，存在 XSS 注入等安全风险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" y="4005072"/>
            <a:ext cx="36576" cy="44805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776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模板方案已到天花板，需要更灵活、更安全、更智能的 UI 渲染方式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的引入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从痛点到方案 · A2UI 协议解读 · 核心价值定位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 A2UI？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= AI to UI — Google 推出的开放协议，AI Agent 到用户界面的标准化桥梁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83080"/>
            <a:ext cx="36576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对话即界面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用户通过自然语言与 AI 对话，AI 实时生成可交互的 UI 界面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1783080"/>
            <a:ext cx="36576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界面即对话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057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界面上的交互操作直接反馈到 AI 对话流中，形成闭环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发展历程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046720" cy="18288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v0.8 首次公开发布，Apache 2.0 开源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 新增 React/Flutter/Angular 渲染器 + Python Agent SDK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生产落地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Opal 等生产系统已落地应用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的核心价值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大模型赋予了机器理解与生成的能力，但缺乏与用户交互的界面载体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64792"/>
            <a:ext cx="36576" cy="3566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正是连接大模型与用户的桥梁 — 让 AI 的输出不再局限于文本，而是直接成为可交互的界面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规范化输出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大模型按统一 Schema 生成 UI，确保一致性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8269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即时渲染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到界面毫秒级转化，零延迟响应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6364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业务适配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组件可扩展，灵活适配不同业务场景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项目落地应用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· 运维小搭档桌面端 · 使用进阶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运维小搭档桌面端 — 新挑战与新选型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运维痛点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8308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09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重复性事务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9385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大量工单、权限申请等重复操作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" y="237744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042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经验依赖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532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问题排查依赖个人经验，知识难沉淀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297180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986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信息孤岛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1272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各系统割裂，缺乏统一入口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" y="356616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难触达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721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能力无法以交互式界面触达用户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69164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178308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709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19385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2860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91456" y="237744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042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组件库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532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Plus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91456" y="297180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8986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1272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41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47472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91456" y="356616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动态渲染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3721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Vue Engine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3776" y="4233672"/>
            <a:ext cx="36576" cy="310896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18795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关键选型：A2UI Vue Engine — JSON Schema 驱动 + 零代码扩展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使用进阶 — 从简单到复杂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输入一段话自动生成表单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用户说"我要申请网络权限"，AI 就能直接生成对应的表单界面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560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880360"/>
            <a:ext cx="594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31920" y="2560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理解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06440" y="2880360"/>
            <a:ext cx="594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92240" y="2560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生成表单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使用进阶 — 从简单到复杂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提示词工程驱动复杂业务流程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以网络权限申请为例：将所有参数规则写进提示词，大模型按规则收集信息，通过 A2UI 生成完整申请表单，用户填完直接提交到 OA 系统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接口卡片入参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 Excel 文件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5564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6596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0253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002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002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珊瑚流生成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格式入参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188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4845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5594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594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0332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提示词构建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MD入参 + 接口URL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4748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5780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9437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0186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186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珊瑚生成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9340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90372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4029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4778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778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渲染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9516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界面呈现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从实现到赋能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 · 价值场景 · 未来展望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从实现到赋能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a2ui-vue-engine 核心架构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1732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驱动渲染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声明式描述 UI，引擎解析渲染为 Vue 组件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直接生成 JSON 即可产出界面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41732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双格式 + 流式协议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扁平格式（AI 友好）与树形格式（渲染友好）自动转换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流式增量渲染，支持逐节点输出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" y="320040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声明式数据绑定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 literal / expression 三种绑定类型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transform 变换链，表单数据自动提取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0016" y="320040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组件映射 + 可扩展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个内置组件 + 组件映射表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registerComponent 动态注册自定义组件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从实现到赋能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技术架构全景图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146304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珊瑚工作流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输出 JSON Schema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224028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233172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协议层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5328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(Flat/Tree) + JSONL Stream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83464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" y="310896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8096" y="3200400"/>
            <a:ext cx="36576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a2ui-vue-engine 核心引擎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347472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474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Parser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347472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474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Mapper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组件映射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347472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474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402336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1520" y="429768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96" y="438912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组件层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5902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Components + Custom Components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489204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1520" y="516636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8096" y="525780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渲染输出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5458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Desktop / Mobile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从实现到赋能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驱动的 UI 渲染机制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1.珊瑚系统输出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6002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2.A2UIRoot解析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为树形结构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3.Renderer映射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VNodes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16002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4.用户交互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Action事件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19456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"props": { "title": "运维工单"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"问题描述",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"field": "desc"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"提交",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"action": "submit" }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UI 映射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"Card"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卡片容器组件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862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"TextField"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862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文本输入框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209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"Button"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209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32095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操作按钮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557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"props.field"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557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35570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数据绑定字段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904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"props.action"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904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904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点击事件处理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从实现到赋能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格式定义 — 为什么这么设计？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17320"/>
            <a:ext cx="36576" cy="32918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class="form"&gt;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name="desc"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onclick="submit()"&gt;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提交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强耦合：HTML结构与样式混合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不安全：直接渲染外部HTML有XSS风险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难扩展：三端适配成本高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非AI友好：大模型难以生成精确HTML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417320"/>
            <a:ext cx="36576" cy="32918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方式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JSON Schema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01168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"field": "desc"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"action": "submit" }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声明式：描述UI而非实现细节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安全：Schema白名单渲染，无注入风险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跨端：一套Schema多端渲染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AI友好：大模型可直接生成JSON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从实现到赋能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 — 让团队零门槛使用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核心规范与使用指南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两种 JSON 格式：Nested 与 Flat（推荐）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四大组件类：Layout / Form / Display / 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8437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数据绑定规则：value.path + value.default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191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布局模式：Card+Column 表单、Row+Column 网格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538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交互配置：按钮 Action 事件定义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条最佳实践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463040"/>
            <a:ext cx="36576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reference.md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 API 参考手册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Layout: A2Card A2Row A2Column A2List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Form: A2TextField A2Input A2Select A2SelectField A2DatePicker A2DateTimeInput A2ChoicePicker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Display: A2Text A2Icon A2InfoField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Action: A2Button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9476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40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个组件 · 4 大分类 · Props 表格 + JSON 示例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从实现到赋能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组件库开源发布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a2ui-vue-engine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开箱即用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即可引入，无需重复开发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9689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版本管控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语义化版本，升级可控可追溯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跨项目复用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一次开发，多系统复用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生态开放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开源可扩展，社区共建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的价值与应用场景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44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零代码生成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输出 JSON Schema 即可生成界面，无需手写前端代码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51460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96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安全可控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807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白名单渲染机制，杜绝 XSS 等注入风险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" y="356616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47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跨端复用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858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 Schema 多端渲染，Web / 桌面端 / 移动端通用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91456" y="14630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智能审批 / 流程申请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权限申请、工单提交、审批流程，AI 自动生成表单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14630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智能运维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故障排查、服务重启、日志查看，对话即操作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0632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运营看板、报表展示、多维筛选，AI 按需生成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2971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48856" y="30632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智能客服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产品咨询、售后工单、进度查询，交互式界面即时呈现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22860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1430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/ 传统 HTML 方案瓶颈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42032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1430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引入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开放协议 / AI 与 UI 的桥梁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53712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36576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01184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/ 运维小搭档桌面端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9984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94576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31152" y="1143000"/>
            <a:ext cx="36576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从实现到赋能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77456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核心架构与渲染机制 / 价值场景与未来展望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283464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08176" y="288950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28346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我们不是在做一个项目，而是在沉淀一种能力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71600" y="333756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408176" y="339242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33375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 不只能说话，还能“画出”界面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71600" y="384048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08176" y="389534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38404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让大模型的能力真正触达每一个业务场景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 AIT 中心 · 国内营销智能部 · 陈辉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A2UI 驱动下的前端开发实践</dc:title>
  <dc:subject>PptxGenJS Presentation</dc:subject>
  <dc:creator>陈辉</dc:creator>
  <cp:lastModifiedBy>陈辉</cp:lastModifiedBy>
  <cp:revision>1</cp:revision>
  <dcterms:created xsi:type="dcterms:W3CDTF">2026-06-08T11:15:54Z</dcterms:created>
  <dcterms:modified xsi:type="dcterms:W3CDTF">2026-06-08T11:15:54Z</dcterms:modified>
</cp:coreProperties>
</file>